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0055"/>
  </p:normalViewPr>
  <p:slideViewPr>
    <p:cSldViewPr snapToGrid="0" snapToObjects="1">
      <p:cViewPr>
        <p:scale>
          <a:sx n="71" d="100"/>
          <a:sy n="71" d="100"/>
        </p:scale>
        <p:origin x="212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4656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 built this as an autonomous drone racing project motivated by the AI Grand Prix / Anduril competition setting. The important constraint is that this is not a hand-flown drone: the system needs to perceive a course, plan through gates, and send control commands.
For this short talk, I am going to focus on three things: how I got stable flight, what actually improved the learned policy, and what still does not generalize well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The system starts in simulation. I use gym-pybullet-drones, then add custom race gates, track randomization, richer observations, onboard camera rendering, and evaluation scripts.
The current best policy is state-based. It does not output raw motor thrusts. It outputs a local body-frame waypoint delta and yaw delta, and a low-level PID controller tracks that target. That abstraction made learning stable, but it is not the final competition command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Pure PPO was brittle early on, so I used a staged pipeline.
First, I collect expert demonstrations and train behavioral cloning. Then DAgger lets the learned policy visit its own states and asks the expert what it should have done there. Finally, PPO fine-tunes from that warmer start while keeping a BC regularizer so it does not immediately forget how to fly.
One clarification: the current expert is not minimum snap. It is a geometric lookahead controller that aims through and beyond gates using future gate direction and gate normals.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The biggest gain was not just training longer. It was giving the policy better geometry.
The stronger observation space adds three-gate lookahead, gate normals, and relative heading to the gate plane. With that representation, the best PPO checkpoint reached 99 percent completion, 0 percent crashes, and 82.49 mean return on the harder held-out suite. On the easier held-out suite, it reached 100 percent completion and 82.95 mean return.
This is the main positive result of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 also wanted the presentation to show more than one happy-path course. The left plot is the current state champion on the held-out diamond, while the right plot is a different held-out zigzag layout.
This is useful because a drone racing policy can look good on one four-gate loop and still be brittle. Trajectory plots make the behavior inspectable: where it cuts corners, how smooth the line is, and whether it is actually passing gates rather than just scoring well accidentally.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The harder audits are what made the project more honest.
The policy looked strong on the original held-out suite, but that did not mean broad racing robustness. Once I added mirrored right-turn tracks and longer six-gate tracks, the state champion became much less reliable.
So I would not claim this solves general drone racing. I would claim it solves a meaningful simulator family and gives me a concrete path toward broader robustness.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 also built the first perception branch. The simulator can render onboard RGB, randomize visuals, and train a state-plus-vision policy. That branch is implemented, but it is not yet the best completed model.
The other big next step is control. The current waypoint target is stable but conservative. A deployment-style version should map into MAVLink-like position, velocity, acceleration, or attitude setpoints. That means the learning target and the expert trajectory need to become more time-aware.
My closing takeaway is: staged imitation-to-RL made flight stable, representation design produced the biggest win, and honest evaluation showed exactly what still needs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4CD3D6-3FD8-562A-F763-16C56B1152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5670" y="1165412"/>
            <a:ext cx="9538448" cy="5472953"/>
          </a:xfrm>
          <a:prstGeom prst="rect">
            <a:avLst/>
          </a:prstGeom>
        </p:spPr>
      </p:pic>
      <p:pic>
        <p:nvPicPr>
          <p:cNvPr id="2" name="state_champion_demo">
            <a:hlinkClick r:id="" action="ppaction://media"/>
            <a:extLst>
              <a:ext uri="{FF2B5EF4-FFF2-40B4-BE49-F238E27FC236}">
                <a16:creationId xmlns:a16="http://schemas.microsoft.com/office/drawing/2014/main" id="{A78273AD-4E3E-C4C6-85CA-29F2E0E560A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034118" y="1710770"/>
            <a:ext cx="7620000" cy="428625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0D51E60-1578-DE59-3D11-37F5073CF0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1" t="1" r="10218" b="-1500"/>
          <a:stretch>
            <a:fillRect/>
          </a:stretch>
        </p:blipFill>
        <p:spPr>
          <a:xfrm>
            <a:off x="-1" y="2337684"/>
            <a:ext cx="3931920" cy="2286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696</Words>
  <Application>Microsoft Macintosh PowerPoint</Application>
  <PresentationFormat>Widescreen</PresentationFormat>
  <Paragraphs>14</Paragraphs>
  <Slides>7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Drone Racing V3</dc:title>
  <dc:subject>CS260C Monday presentation deck, polished V3</dc:subject>
  <dc:creator>Created by Marp</dc:creator>
  <cp:lastModifiedBy>Matthew Hutchinson</cp:lastModifiedBy>
  <cp:revision>3</cp:revision>
  <dcterms:created xsi:type="dcterms:W3CDTF">2026-05-18T19:11:45Z</dcterms:created>
  <dcterms:modified xsi:type="dcterms:W3CDTF">2026-05-18T21:02:58Z</dcterms:modified>
</cp:coreProperties>
</file>